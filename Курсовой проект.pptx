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9" r:id="rId3"/>
    <p:sldId id="257" r:id="rId4"/>
    <p:sldId id="258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7BD11-8368-47DF-8F6F-9CA03F51B9FF}" type="datetimeFigureOut">
              <a:rPr lang="ru-RU" smtClean="0"/>
              <a:t>29.05.2023</a:t>
            </a:fld>
            <a:endParaRPr lang="ru-RU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FA47-F2CD-4563-881E-EE5A5C317C36}" type="slidenum">
              <a:rPr lang="ru-RU" smtClean="0"/>
              <a:t>‹#›</a:t>
            </a:fld>
            <a:endParaRPr lang="ru-R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7BD11-8368-47DF-8F6F-9CA03F51B9FF}" type="datetimeFigureOut">
              <a:rPr lang="ru-RU" smtClean="0"/>
              <a:t>29.05.2023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FA47-F2CD-4563-881E-EE5A5C317C36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7BD11-8368-47DF-8F6F-9CA03F51B9FF}" type="datetimeFigureOut">
              <a:rPr lang="ru-RU" smtClean="0"/>
              <a:t>29.05.2023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FA47-F2CD-4563-881E-EE5A5C317C36}" type="slidenum">
              <a:rPr lang="ru-RU" smtClean="0"/>
              <a:t>‹#›</a:t>
            </a:fld>
            <a:endParaRPr lang="ru-R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7BD11-8368-47DF-8F6F-9CA03F51B9FF}" type="datetimeFigureOut">
              <a:rPr lang="ru-RU" smtClean="0"/>
              <a:t>29.05.2023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FA47-F2CD-4563-881E-EE5A5C317C36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7BD11-8368-47DF-8F6F-9CA03F51B9FF}" type="datetimeFigureOut">
              <a:rPr lang="ru-RU" smtClean="0"/>
              <a:t>29.05.2023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FA47-F2CD-4563-881E-EE5A5C317C36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7BD11-8368-47DF-8F6F-9CA03F51B9FF}" type="datetimeFigureOut">
              <a:rPr lang="ru-RU" smtClean="0"/>
              <a:t>29.05.2023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FA47-F2CD-4563-881E-EE5A5C317C36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7BD11-8368-47DF-8F6F-9CA03F51B9FF}" type="datetimeFigureOut">
              <a:rPr lang="ru-RU" smtClean="0"/>
              <a:t>29.05.2023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FA47-F2CD-4563-881E-EE5A5C317C36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7BD11-8368-47DF-8F6F-9CA03F51B9FF}" type="datetimeFigureOut">
              <a:rPr lang="ru-RU" smtClean="0"/>
              <a:t>29.05.2023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FA47-F2CD-4563-881E-EE5A5C317C36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7BD11-8368-47DF-8F6F-9CA03F51B9FF}" type="datetimeFigureOut">
              <a:rPr lang="ru-RU" smtClean="0"/>
              <a:t>29.05.2023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E541FA47-F2CD-4563-881E-EE5A5C317C36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dirty="0" smtClean="0"/>
              <a:t>Вставка рисунка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7BD11-8368-47DF-8F6F-9CA03F51B9FF}" type="datetimeFigureOut">
              <a:rPr lang="ru-RU" smtClean="0"/>
              <a:t>29.05.2023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FA47-F2CD-4563-881E-EE5A5C317C36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7BD11-8368-47DF-8F6F-9CA03F51B9FF}" type="datetimeFigureOut">
              <a:rPr lang="ru-RU" smtClean="0"/>
              <a:t>29.05.2023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FA47-F2CD-4563-881E-EE5A5C317C36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767BD11-8368-47DF-8F6F-9CA03F51B9FF}" type="datetimeFigureOut">
              <a:rPr lang="ru-RU" smtClean="0"/>
              <a:t>29.05.2023</a:t>
            </a:fld>
            <a:endParaRPr lang="ru-RU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541FA47-F2CD-4563-881E-EE5A5C317C36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5536" y="0"/>
            <a:ext cx="8229600" cy="1340768"/>
          </a:xfrm>
        </p:spPr>
        <p:txBody>
          <a:bodyPr>
            <a:noAutofit/>
          </a:bodyPr>
          <a:lstStyle/>
          <a:p>
            <a:pPr algn="ctr"/>
            <a:r>
              <a:rPr lang="ru-RU" sz="2000" dirty="0">
                <a:solidFill>
                  <a:schemeClr val="tx1"/>
                </a:solidFill>
                <a:effectLst/>
                <a:latin typeface="+mn-lt"/>
              </a:rPr>
              <a:t>Министерство образования Новосибирской области</a:t>
            </a:r>
            <a:br>
              <a:rPr lang="ru-RU" sz="20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ru-RU" sz="2000" dirty="0">
                <a:solidFill>
                  <a:schemeClr val="tx1"/>
                </a:solidFill>
                <a:effectLst/>
                <a:latin typeface="+mn-lt"/>
              </a:rPr>
              <a:t> ГБПОУ НСО «Новосибирский авиационный технический колледж имени Б.С.Галущака»</a:t>
            </a:r>
            <a:r>
              <a:rPr lang="ru-RU" sz="2000" dirty="0">
                <a:effectLst/>
                <a:latin typeface="+mn-lt"/>
              </a:rPr>
              <a:t/>
            </a:r>
            <a:br>
              <a:rPr lang="ru-RU" sz="2000" dirty="0">
                <a:effectLst/>
                <a:latin typeface="+mn-lt"/>
              </a:rPr>
            </a:br>
            <a:endParaRPr lang="ru-RU" sz="2000" dirty="0">
              <a:latin typeface="+mn-lt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1640" y="1844824"/>
            <a:ext cx="6400800" cy="3456384"/>
          </a:xfrm>
        </p:spPr>
        <p:txBody>
          <a:bodyPr>
            <a:normAutofit fontScale="62500" lnSpcReduction="20000"/>
          </a:bodyPr>
          <a:lstStyle/>
          <a:p>
            <a:pPr algn="ctr"/>
            <a:r>
              <a:rPr lang="ru-RU" sz="3200" dirty="0" smtClean="0"/>
              <a:t>Курсовой проект</a:t>
            </a:r>
          </a:p>
          <a:p>
            <a:pPr algn="ctr"/>
            <a:r>
              <a:rPr lang="ru-RU" sz="3200" dirty="0" smtClean="0"/>
              <a:t>Разработка мобильного приложения для определения и фиксации промежутков времени (таймер)</a:t>
            </a:r>
          </a:p>
          <a:p>
            <a:endParaRPr lang="ru-RU" dirty="0" smtClean="0"/>
          </a:p>
          <a:p>
            <a:pPr algn="l"/>
            <a:r>
              <a:rPr lang="ru-RU" dirty="0" smtClean="0"/>
              <a:t>Дисциплина: </a:t>
            </a:r>
            <a:r>
              <a:rPr lang="ru-RU" b="1" dirty="0"/>
              <a:t>МДК01.03 Разработка мобильных приложений</a:t>
            </a:r>
          </a:p>
          <a:p>
            <a:pPr algn="l"/>
            <a:r>
              <a:rPr lang="ru-RU" dirty="0" smtClean="0"/>
              <a:t>Специальность: </a:t>
            </a:r>
            <a:r>
              <a:rPr lang="ru-RU" dirty="0"/>
              <a:t>09.02.07 Информационные системы и </a:t>
            </a:r>
            <a:r>
              <a:rPr lang="ru-RU" dirty="0" smtClean="0"/>
              <a:t>программирование</a:t>
            </a:r>
          </a:p>
          <a:p>
            <a:pPr algn="l"/>
            <a:endParaRPr lang="ru-RU" dirty="0"/>
          </a:p>
          <a:p>
            <a:pPr algn="l"/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Выполнил: студент 2 курса, группа ПР-21.106</a:t>
            </a:r>
          </a:p>
          <a:p>
            <a:r>
              <a:rPr lang="ru-RU" dirty="0" smtClean="0"/>
              <a:t>Поплавский Даниил Витальевич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491880" y="6093296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Новосибирск, 2023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2815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Актуальность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800" dirty="0" smtClean="0"/>
              <a:t>В наше время существует немало видов деятельности, в которых требуется измерение времени. Такие инструменты, как таймер и секундомер, позволяют с лёгкостью измерять и записывать время.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7050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Цели и 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37160" indent="0">
              <a:buNone/>
            </a:pPr>
            <a:r>
              <a:rPr lang="ru-RU" sz="2400" dirty="0" smtClean="0"/>
              <a:t>Цель курсового проекта – разработать мобильное приложение.</a:t>
            </a:r>
            <a:endParaRPr lang="ru-RU" sz="2400" dirty="0" smtClean="0"/>
          </a:p>
          <a:p>
            <a:pPr marL="137160" indent="0">
              <a:buNone/>
            </a:pPr>
            <a:r>
              <a:rPr lang="ru-RU" sz="2400" dirty="0" smtClean="0"/>
              <a:t>Задачи курсового проекта </a:t>
            </a:r>
            <a:r>
              <a:rPr lang="ru-RU" sz="2400" dirty="0" smtClean="0"/>
              <a:t>:</a:t>
            </a:r>
            <a:endParaRPr lang="ru-RU" sz="24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200" dirty="0" smtClean="0"/>
              <a:t>Изучить предметную область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200" dirty="0" smtClean="0"/>
              <a:t>Спроектировать приложение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200" dirty="0" smtClean="0"/>
              <a:t>Разработать приложение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200" dirty="0" smtClean="0"/>
              <a:t>Протестировать приложение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70367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Программное обеспечение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ru-RU" dirty="0" smtClean="0"/>
              <a:t>В ходе разработки приложения использовалась среда разработки </a:t>
            </a:r>
            <a:r>
              <a:rPr lang="en-US" dirty="0" smtClean="0"/>
              <a:t>Android Studio</a:t>
            </a:r>
            <a:r>
              <a:rPr lang="ru-RU" dirty="0" smtClean="0"/>
              <a:t>. Разработка велась на языке программирования </a:t>
            </a:r>
            <a:r>
              <a:rPr lang="en-US" dirty="0" smtClean="0"/>
              <a:t>Java.</a:t>
            </a: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1026" name="Picture 2" descr="d:\Users\Админ\Desktop\1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05064"/>
            <a:ext cx="5029130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Users\Админ\Desktop\12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877989"/>
            <a:ext cx="2495550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4312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5536" y="0"/>
            <a:ext cx="8229600" cy="1340768"/>
          </a:xfrm>
        </p:spPr>
        <p:txBody>
          <a:bodyPr>
            <a:noAutofit/>
          </a:bodyPr>
          <a:lstStyle/>
          <a:p>
            <a:pPr algn="ctr"/>
            <a:r>
              <a:rPr lang="ru-RU" sz="2000" dirty="0">
                <a:solidFill>
                  <a:schemeClr val="tx1"/>
                </a:solidFill>
                <a:effectLst/>
                <a:latin typeface="+mn-lt"/>
              </a:rPr>
              <a:t>Министерство образования Новосибирской области</a:t>
            </a:r>
            <a:br>
              <a:rPr lang="ru-RU" sz="20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ru-RU" sz="2000" dirty="0">
                <a:solidFill>
                  <a:schemeClr val="tx1"/>
                </a:solidFill>
                <a:effectLst/>
                <a:latin typeface="+mn-lt"/>
              </a:rPr>
              <a:t> ГБПОУ НСО «Новосибирский авиационный технический колледж имени Б.С.Галущака»</a:t>
            </a:r>
            <a:r>
              <a:rPr lang="ru-RU" sz="2000" dirty="0">
                <a:effectLst/>
                <a:latin typeface="+mn-lt"/>
              </a:rPr>
              <a:t/>
            </a:r>
            <a:br>
              <a:rPr lang="ru-RU" sz="2000" dirty="0">
                <a:effectLst/>
                <a:latin typeface="+mn-lt"/>
              </a:rPr>
            </a:br>
            <a:endParaRPr lang="ru-RU" sz="2000" dirty="0">
              <a:latin typeface="+mn-lt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1640" y="1844824"/>
            <a:ext cx="6400800" cy="3456384"/>
          </a:xfrm>
        </p:spPr>
        <p:txBody>
          <a:bodyPr>
            <a:normAutofit fontScale="62500" lnSpcReduction="20000"/>
          </a:bodyPr>
          <a:lstStyle/>
          <a:p>
            <a:pPr algn="ctr"/>
            <a:r>
              <a:rPr lang="ru-RU" sz="3200" dirty="0" smtClean="0"/>
              <a:t>Курсовой проект</a:t>
            </a:r>
          </a:p>
          <a:p>
            <a:pPr algn="ctr"/>
            <a:r>
              <a:rPr lang="ru-RU" sz="3200" dirty="0" smtClean="0"/>
              <a:t>Разработка мобильного приложения для определения и фиксации промежутков времени (таймер)</a:t>
            </a:r>
          </a:p>
          <a:p>
            <a:endParaRPr lang="ru-RU" dirty="0" smtClean="0"/>
          </a:p>
          <a:p>
            <a:pPr algn="l"/>
            <a:r>
              <a:rPr lang="ru-RU" dirty="0" smtClean="0"/>
              <a:t>Дисциплина: </a:t>
            </a:r>
            <a:r>
              <a:rPr lang="ru-RU" b="1" dirty="0"/>
              <a:t>МДК01.03 Разработка мобильных приложений</a:t>
            </a:r>
          </a:p>
          <a:p>
            <a:pPr algn="l"/>
            <a:r>
              <a:rPr lang="ru-RU" dirty="0" smtClean="0"/>
              <a:t>Специальность: </a:t>
            </a:r>
            <a:r>
              <a:rPr lang="ru-RU" dirty="0"/>
              <a:t>09.02.07 Информационные системы и </a:t>
            </a:r>
            <a:r>
              <a:rPr lang="ru-RU" dirty="0" smtClean="0"/>
              <a:t>программирование</a:t>
            </a:r>
          </a:p>
          <a:p>
            <a:pPr algn="l"/>
            <a:endParaRPr lang="ru-RU" dirty="0"/>
          </a:p>
          <a:p>
            <a:pPr algn="l"/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Выполнил: студент 2 курса, группа ПР-21.106</a:t>
            </a:r>
          </a:p>
          <a:p>
            <a:r>
              <a:rPr lang="ru-RU" dirty="0" smtClean="0"/>
              <a:t>Поплавский Даниил Витальевич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491880" y="6093296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Новосибирск, 2023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70312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29</TotalTime>
  <Words>164</Words>
  <Application>Microsoft Office PowerPoint</Application>
  <PresentationFormat>Экран (4:3)</PresentationFormat>
  <Paragraphs>35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Поток</vt:lpstr>
      <vt:lpstr>Министерство образования Новосибирской области  ГБПОУ НСО «Новосибирский авиационный технический колледж имени Б.С.Галущака» </vt:lpstr>
      <vt:lpstr>Актуальность</vt:lpstr>
      <vt:lpstr>Цели и задачи</vt:lpstr>
      <vt:lpstr>Программное обеспечение</vt:lpstr>
      <vt:lpstr>Министерство образования Новосибирской области  ГБПОУ НСО «Новосибирский авиационный технический колледж имени Б.С.Галущака»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образования Новосибирской области  ГБПОУ НСО «Новосибирский авиационный технический колледж имени Б.С.Галущака»</dc:title>
  <dc:creator>Админ</dc:creator>
  <cp:lastModifiedBy>Админ</cp:lastModifiedBy>
  <cp:revision>8</cp:revision>
  <dcterms:created xsi:type="dcterms:W3CDTF">2023-04-28T16:45:19Z</dcterms:created>
  <dcterms:modified xsi:type="dcterms:W3CDTF">2023-05-29T13:39:44Z</dcterms:modified>
</cp:coreProperties>
</file>